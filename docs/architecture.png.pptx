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9" d="100"/>
          <a:sy n="49" d="100"/>
        </p:scale>
        <p:origin x="154" y="6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84DF-2D0F-A802-D1BE-150509DB7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EFBD8-B7EE-25A1-86A8-17BC21458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EB1D-38D9-87C8-0F15-8060ECBA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028FD-A9DB-4A61-E4F2-1333435E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67F29-A05F-DFDB-88BF-35578342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89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AEA8-A412-87EC-69E8-30789F734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2DB87-02F6-FC54-DAC4-CB5DBE63C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17743-22DD-6E56-9771-32CFD44A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78EB3-569E-2402-1405-6F450C46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725BF-DFE7-5645-4332-4DEBD0D6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42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E79F-A76A-1538-0186-D1093687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BFAC4-7AE2-11A9-61B6-467AD5D2F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B00C-41EC-657F-50D7-55D05379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8790-B347-8495-E4E7-D29EC3E9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66BDD-AAF9-51BA-4C49-EF41D0E9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6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82D5-58B6-AECD-74B0-394F8CCA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0EFC7-468E-541E-FBD7-CCF1B76DC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ABEC2-B4C0-3747-5A95-285C0701D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AEB2D-197D-1457-CB92-58338074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EC4ED-1AFF-4BF4-3BE5-EB8F321D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17691-0DB3-B2F1-A565-3028BE35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87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0E29-4472-7017-CD9F-B7020A2D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99AD9-8428-2827-05B7-57A126B55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55210-F491-1B6F-C0B4-869D16DBC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66054-68D8-A185-AAFF-3F4CFC619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7FB62-EF4B-7B2D-C5DC-A096C732A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6AF384-3922-61BF-40D1-3E7D25B2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C5FED8-FC96-A7E6-13ED-338A5AD5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71675-AA8F-5A31-FE3E-9FC2B8601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93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47E7-E50E-5F8C-15BE-E6D0A777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5D82EA-1E89-C208-A28C-7DC1F5B36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6DC9A-E6D3-D370-D56D-76F1822B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C2AAF-D6EA-9F01-372E-A76A2961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85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2C570-583D-D8B9-A2A9-A98C17AF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E264B-FFC4-5126-2291-17BCD337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9C2D8-0EEA-470B-09CF-319A19FA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16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540C-C695-94B6-DCDB-7A6EAC668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5EF3-EF54-4BDB-EA0E-C1A5149E0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3F720-8C0C-91B4-AE3F-D97BB8B27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050B4-B532-46EA-8C21-DB17EDCF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12FBA-31C1-B005-8305-1E451459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247DC-7212-AE78-949A-6156B940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155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AF40-94C3-3EEC-A64F-53A71772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05316-3687-D7AB-6B88-18BC73247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691DC-183A-6A04-B175-B4656C0A9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C38FF-D4F9-1E89-B345-5BE5FBD9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C9835-3355-E1F6-A680-56C1B244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4B21-3E82-724F-2FD6-7852DDD8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36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7E18-DA83-F83A-C5A8-3D69AA87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1EA5A-41BE-934D-FF07-67A5FAD7B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2BBAB-A042-BC88-0A93-07C93AA9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1B7B1-3310-7B8B-233B-B0ADFCD57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A8D5E-C63D-AA1A-AE7B-FBE3DAC1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5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FA00A-A1CF-827F-9C7E-F5F9F358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C3A36-0D5A-CC8E-7B3B-A4DF02AED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DDCCF-700D-EB5C-2842-79A1DF6C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6834-5BF9-D210-55CA-9AFEDF7E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4BDAC-B0C3-08DD-CE96-0B2B465A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7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3031F-A0BF-1E73-BE10-E37E8DC2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F55A4-4F72-A102-C3AA-EAFDA5996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9AE11-6481-17EE-2EF1-FE4247A17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3EA4D-6CBF-43E0-9EFB-4E696627DDD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DAA54-03CD-4341-34B7-CD620E813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7ABA4-8003-3B63-7C4C-9AA3CFF3B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8F80C-FA96-4072-9EEE-69613B4D4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834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26E23F-B16E-BF1B-E494-75E09B87E8D8}"/>
              </a:ext>
            </a:extLst>
          </p:cNvPr>
          <p:cNvSpPr txBox="1"/>
          <p:nvPr/>
        </p:nvSpPr>
        <p:spPr>
          <a:xfrm>
            <a:off x="953124" y="0"/>
            <a:ext cx="10645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ptos Display" panose="020B0004020202020204" pitchFamily="34" charset="0"/>
              </a:rPr>
              <a:t>AI-Powered Tuya Smart Device Diagnosis – System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817DDA-B01D-1A82-11BF-3A4FBD3EECEA}"/>
              </a:ext>
            </a:extLst>
          </p:cNvPr>
          <p:cNvSpPr/>
          <p:nvPr/>
        </p:nvSpPr>
        <p:spPr>
          <a:xfrm>
            <a:off x="186303" y="4021214"/>
            <a:ext cx="1612516" cy="15288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Tuya Smart Devices</a:t>
            </a:r>
          </a:p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• Smart Bulb</a:t>
            </a:r>
          </a:p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• Smart Plug</a:t>
            </a:r>
          </a:p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• AC / Sensor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B91462-7E53-D9DF-CDDF-22E96F9E865F}"/>
              </a:ext>
            </a:extLst>
          </p:cNvPr>
          <p:cNvCxnSpPr>
            <a:cxnSpLocks/>
          </p:cNvCxnSpPr>
          <p:nvPr/>
        </p:nvCxnSpPr>
        <p:spPr>
          <a:xfrm>
            <a:off x="1798819" y="4871770"/>
            <a:ext cx="1928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06D07A-B699-E2C5-7AC2-7E39FAE4CA95}"/>
              </a:ext>
            </a:extLst>
          </p:cNvPr>
          <p:cNvSpPr txBox="1"/>
          <p:nvPr/>
        </p:nvSpPr>
        <p:spPr>
          <a:xfrm>
            <a:off x="1738864" y="4939275"/>
            <a:ext cx="1928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Status • Logs • Error Codes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DA5510-C932-57AA-255D-E8F0348CB779}"/>
              </a:ext>
            </a:extLst>
          </p:cNvPr>
          <p:cNvSpPr/>
          <p:nvPr/>
        </p:nvSpPr>
        <p:spPr>
          <a:xfrm>
            <a:off x="3737619" y="4163959"/>
            <a:ext cx="2118612" cy="14090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Tuya IoT Cloud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• Device APIs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• Real-time Status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• Historical Logs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19730-537F-33FC-AAF2-3D31A93C2406}"/>
              </a:ext>
            </a:extLst>
          </p:cNvPr>
          <p:cNvCxnSpPr>
            <a:cxnSpLocks/>
          </p:cNvCxnSpPr>
          <p:nvPr/>
        </p:nvCxnSpPr>
        <p:spPr>
          <a:xfrm>
            <a:off x="5856231" y="4871770"/>
            <a:ext cx="1455004" cy="17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1921474-3A1C-6869-DB0B-80485C7D7019}"/>
              </a:ext>
            </a:extLst>
          </p:cNvPr>
          <p:cNvSpPr txBox="1"/>
          <p:nvPr/>
        </p:nvSpPr>
        <p:spPr>
          <a:xfrm>
            <a:off x="5749295" y="4938989"/>
            <a:ext cx="1607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REST APIs (JSON)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F03D01-83FB-4A05-5184-547CB7A8951D}"/>
              </a:ext>
            </a:extLst>
          </p:cNvPr>
          <p:cNvSpPr/>
          <p:nvPr/>
        </p:nvSpPr>
        <p:spPr>
          <a:xfrm>
            <a:off x="7305363" y="4162760"/>
            <a:ext cx="1852124" cy="145394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C15D37-A0A6-313E-363E-10F25FD93F19}"/>
              </a:ext>
            </a:extLst>
          </p:cNvPr>
          <p:cNvSpPr txBox="1"/>
          <p:nvPr/>
        </p:nvSpPr>
        <p:spPr>
          <a:xfrm>
            <a:off x="7305363" y="4228241"/>
            <a:ext cx="217231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Backend API (</a:t>
            </a:r>
            <a:r>
              <a:rPr lang="en-IN" sz="1400" dirty="0" err="1">
                <a:solidFill>
                  <a:schemeClr val="bg1"/>
                </a:solidFill>
              </a:rPr>
              <a:t>FastAPI</a:t>
            </a:r>
            <a:r>
              <a:rPr lang="en-IN" sz="1400" dirty="0">
                <a:solidFill>
                  <a:schemeClr val="bg1"/>
                </a:solidFill>
              </a:rPr>
              <a:t>)</a:t>
            </a:r>
          </a:p>
          <a:p>
            <a:r>
              <a:rPr lang="en-IN" sz="1400" dirty="0">
                <a:solidFill>
                  <a:schemeClr val="bg1"/>
                </a:solidFill>
              </a:rPr>
              <a:t>• Tuya API Auth</a:t>
            </a:r>
          </a:p>
          <a:p>
            <a:r>
              <a:rPr lang="en-IN" sz="1400" dirty="0">
                <a:solidFill>
                  <a:schemeClr val="bg1"/>
                </a:solidFill>
              </a:rPr>
              <a:t>• Data Normalization</a:t>
            </a:r>
          </a:p>
          <a:p>
            <a:r>
              <a:rPr lang="en-IN" sz="1400" dirty="0">
                <a:solidFill>
                  <a:schemeClr val="bg1"/>
                </a:solidFill>
              </a:rPr>
              <a:t>• Device Context     Builder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EC0EC0-D562-A6BB-0DB4-72B024A4BC5B}"/>
              </a:ext>
            </a:extLst>
          </p:cNvPr>
          <p:cNvSpPr/>
          <p:nvPr/>
        </p:nvSpPr>
        <p:spPr>
          <a:xfrm>
            <a:off x="10195456" y="4165036"/>
            <a:ext cx="1810238" cy="1420246"/>
          </a:xfrm>
          <a:prstGeom prst="rect">
            <a:avLst/>
          </a:prstGeom>
          <a:solidFill>
            <a:srgbClr val="FF9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F6EDCD-19D3-8F05-223A-30F99DE292E7}"/>
              </a:ext>
            </a:extLst>
          </p:cNvPr>
          <p:cNvSpPr txBox="1"/>
          <p:nvPr/>
        </p:nvSpPr>
        <p:spPr>
          <a:xfrm>
            <a:off x="10171504" y="4335962"/>
            <a:ext cx="20204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Rule-Based Diagnosis</a:t>
            </a:r>
          </a:p>
          <a:p>
            <a:r>
              <a:rPr lang="en-IN" sz="1400" dirty="0"/>
              <a:t>• Offline checks</a:t>
            </a:r>
          </a:p>
          <a:p>
            <a:r>
              <a:rPr lang="en-IN" sz="1400" dirty="0"/>
              <a:t>• Power issues</a:t>
            </a:r>
          </a:p>
          <a:p>
            <a:r>
              <a:rPr lang="en-IN" sz="1400" dirty="0"/>
              <a:t>• Firmware mismatch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348F16-3DE4-56A3-BA19-BCFF270180F2}"/>
              </a:ext>
            </a:extLst>
          </p:cNvPr>
          <p:cNvSpPr/>
          <p:nvPr/>
        </p:nvSpPr>
        <p:spPr>
          <a:xfrm>
            <a:off x="3210705" y="1257680"/>
            <a:ext cx="2118611" cy="14957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LLM-</a:t>
            </a:r>
            <a:r>
              <a:rPr lang="fr-FR" dirty="0" err="1"/>
              <a:t>Based</a:t>
            </a:r>
            <a:r>
              <a:rPr lang="fr-FR" dirty="0"/>
              <a:t> AI </a:t>
            </a:r>
            <a:r>
              <a:rPr lang="fr-FR" sz="1600" dirty="0"/>
              <a:t>Agent</a:t>
            </a:r>
          </a:p>
          <a:p>
            <a:r>
              <a:rPr lang="fr-FR" sz="1600" dirty="0"/>
              <a:t>• Root cause </a:t>
            </a:r>
            <a:r>
              <a:rPr lang="fr-FR" sz="1600" dirty="0" err="1"/>
              <a:t>analysis</a:t>
            </a:r>
            <a:endParaRPr lang="fr-FR" sz="1600" dirty="0"/>
          </a:p>
          <a:p>
            <a:r>
              <a:rPr lang="fr-FR" sz="1600" dirty="0"/>
              <a:t>• </a:t>
            </a:r>
            <a:r>
              <a:rPr lang="fr-FR" sz="1600" dirty="0" err="1"/>
              <a:t>Error</a:t>
            </a:r>
            <a:r>
              <a:rPr lang="fr-FR" sz="1600" dirty="0"/>
              <a:t> </a:t>
            </a:r>
            <a:r>
              <a:rPr lang="fr-FR" sz="1600" dirty="0" err="1"/>
              <a:t>interpretation</a:t>
            </a:r>
            <a:endParaRPr lang="fr-FR" sz="1600" dirty="0"/>
          </a:p>
          <a:p>
            <a:r>
              <a:rPr lang="fr-FR" sz="1600" dirty="0"/>
              <a:t>• Fix </a:t>
            </a:r>
            <a:r>
              <a:rPr lang="fr-FR" sz="1600" dirty="0" err="1"/>
              <a:t>recommendations</a:t>
            </a:r>
            <a:endParaRPr lang="fr-FR" sz="16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9F19B19-3CC4-5688-2B73-2AC3EC0A67F9}"/>
              </a:ext>
            </a:extLst>
          </p:cNvPr>
          <p:cNvCxnSpPr>
            <a:cxnSpLocks/>
          </p:cNvCxnSpPr>
          <p:nvPr/>
        </p:nvCxnSpPr>
        <p:spPr>
          <a:xfrm>
            <a:off x="7713376" y="2554296"/>
            <a:ext cx="0" cy="1594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A0DBA30-3B38-BBA0-5C47-891F70FB1DA7}"/>
              </a:ext>
            </a:extLst>
          </p:cNvPr>
          <p:cNvCxnSpPr>
            <a:cxnSpLocks/>
          </p:cNvCxnSpPr>
          <p:nvPr/>
        </p:nvCxnSpPr>
        <p:spPr>
          <a:xfrm flipH="1">
            <a:off x="5329316" y="2554296"/>
            <a:ext cx="2384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2BA24C-7725-5B01-A2CF-97FBA573BCFA}"/>
              </a:ext>
            </a:extLst>
          </p:cNvPr>
          <p:cNvSpPr txBox="1"/>
          <p:nvPr/>
        </p:nvSpPr>
        <p:spPr>
          <a:xfrm>
            <a:off x="5690147" y="2854500"/>
            <a:ext cx="17488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Device Context + User Complaint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E8D40AD-46EC-A775-6192-686895319012}"/>
              </a:ext>
            </a:extLst>
          </p:cNvPr>
          <p:cNvCxnSpPr/>
          <p:nvPr/>
        </p:nvCxnSpPr>
        <p:spPr>
          <a:xfrm>
            <a:off x="9157487" y="4866871"/>
            <a:ext cx="10144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76EE9CC0-4998-EB5A-1A95-A6C837170B81}"/>
              </a:ext>
            </a:extLst>
          </p:cNvPr>
          <p:cNvSpPr/>
          <p:nvPr/>
        </p:nvSpPr>
        <p:spPr>
          <a:xfrm>
            <a:off x="9412810" y="1272717"/>
            <a:ext cx="2118590" cy="15790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Us(Web App)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Device Health Status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Issue Explanation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Suggested Fix Steps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er Dashboard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080883B-F42A-38AF-E739-A29D88236CFC}"/>
              </a:ext>
            </a:extLst>
          </p:cNvPr>
          <p:cNvCxnSpPr>
            <a:cxnSpLocks/>
          </p:cNvCxnSpPr>
          <p:nvPr/>
        </p:nvCxnSpPr>
        <p:spPr>
          <a:xfrm>
            <a:off x="5329316" y="1457148"/>
            <a:ext cx="40834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54BC21F-14C8-2EC3-F890-A8BDA91FEC9C}"/>
              </a:ext>
            </a:extLst>
          </p:cNvPr>
          <p:cNvSpPr txBox="1"/>
          <p:nvPr/>
        </p:nvSpPr>
        <p:spPr>
          <a:xfrm>
            <a:off x="6399787" y="1497891"/>
            <a:ext cx="6093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Diagnosis + Confidence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D8FC47-6B26-F884-E49F-3F145CEF96F2}"/>
              </a:ext>
            </a:extLst>
          </p:cNvPr>
          <p:cNvSpPr txBox="1"/>
          <p:nvPr/>
        </p:nvSpPr>
        <p:spPr>
          <a:xfrm>
            <a:off x="2664304" y="6164817"/>
            <a:ext cx="8316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  <a:latin typeface="Bahnschrift SemiLight" panose="020B0502040204020203" pitchFamily="34" charset="0"/>
              </a:rPr>
              <a:t>Devices → Tuya Cloud → Backend → Rules + AI → Diagnosis → Dashboard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35CEDF89-7BC8-FE47-790D-B0CFFB11B960}"/>
              </a:ext>
            </a:extLst>
          </p:cNvPr>
          <p:cNvCxnSpPr>
            <a:cxnSpLocks/>
          </p:cNvCxnSpPr>
          <p:nvPr/>
        </p:nvCxnSpPr>
        <p:spPr>
          <a:xfrm rot="10800000">
            <a:off x="5329315" y="1990839"/>
            <a:ext cx="6096473" cy="146237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DFF2777-B4D5-BE1B-70D8-BE7E3AD8A2F7}"/>
              </a:ext>
            </a:extLst>
          </p:cNvPr>
          <p:cNvCxnSpPr>
            <a:cxnSpLocks/>
          </p:cNvCxnSpPr>
          <p:nvPr/>
        </p:nvCxnSpPr>
        <p:spPr>
          <a:xfrm>
            <a:off x="11425788" y="3453211"/>
            <a:ext cx="0" cy="696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39AFF919-BB4E-8B16-8EA0-FBBBD57462A3}"/>
              </a:ext>
            </a:extLst>
          </p:cNvPr>
          <p:cNvSpPr txBox="1"/>
          <p:nvPr/>
        </p:nvSpPr>
        <p:spPr>
          <a:xfrm>
            <a:off x="8640098" y="3468792"/>
            <a:ext cx="2568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Validated Signals</a:t>
            </a:r>
          </a:p>
        </p:txBody>
      </p:sp>
    </p:spTree>
    <p:extLst>
      <p:ext uri="{BB962C8B-B14F-4D97-AF65-F5344CB8AC3E}">
        <p14:creationId xmlns:p14="http://schemas.microsoft.com/office/powerpoint/2010/main" val="314828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126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Bahnschrift SemiLight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jaguarsql360@gmail.com</dc:creator>
  <cp:lastModifiedBy>jaguarsql360@gmail.com</cp:lastModifiedBy>
  <cp:revision>1</cp:revision>
  <dcterms:created xsi:type="dcterms:W3CDTF">2025-12-18T11:24:15Z</dcterms:created>
  <dcterms:modified xsi:type="dcterms:W3CDTF">2025-12-18T12:40:22Z</dcterms:modified>
</cp:coreProperties>
</file>